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Cowork 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Co-Worker with Human-like Actions &amp; Dynamic Brain Switcher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**Aesthetic UI**: Premium dark dashboard and floating desktop chat overlay.</a:t>
            </a:r>
          </a:p>
          <a:p>
            <a:pPr/>
            <a:r>
              <a:t>**Human Emulation**: Bezier curve cursor paths and randomized typing speed.</a:t>
            </a:r>
          </a:p>
          <a:p>
            <a:pPr/>
            <a:r>
              <a:t>**Multi-Brain Switchboard**: Specialized brains for Shogi, Voice, Research, and PowerPoint.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Emulation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**Bezier Paths**: Smooth mouse transitions with ease-in/ease-out acceleration.</a:t>
            </a:r>
          </a:p>
          <a:p>
            <a:pPr/>
            <a:r>
              <a:t>**Randomized Key Latencies**: Non-instant typing to prevent bot detection.</a:t>
            </a:r>
          </a:p>
          <a:p>
            <a:pPr/>
            <a:r>
              <a:t>**GDIPointer Overlay**: Real-time GDI crosshair overlay on target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PowerPoint Brain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**Automatic Compilation**: Parses simple notes files into slides.</a:t>
            </a:r>
          </a:p>
          <a:p>
            <a:pPr/>
            <a:r>
              <a:t>**Fallback Formats**: Saves both native .pptx files and styled HTML presentations.</a:t>
            </a:r>
          </a:p>
          <a:p>
            <a:pPr/>
            <a:r>
              <a:t>**Verification Loop**: Captures screenshots to verify successful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